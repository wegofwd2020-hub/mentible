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A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77240"/>
            <a:ext cx="4370832" cy="457200"/>
          </a:xfrm>
          <a:prstGeom prst="roundRect">
            <a:avLst>
              <a:gd name="adj" fmla="val 50000"/>
            </a:avLst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43708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3A4E73"/>
                </a:solidFill>
                <a:latin typeface="Consolas"/>
              </a:rPr>
              <a:t>MENTIBLE FOR SECURITY ARCHITECTS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000" b="1" i="0">
                <a:solidFill>
                  <a:srgbClr val="17242E"/>
                </a:solidFill>
                <a:latin typeface="Georgia"/>
              </a:rPr>
              <a:t>Hi, Dev.
I'm Mentible.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566572"/>
                </a:solidFill>
                <a:latin typeface="Calibri"/>
              </a:rPr>
              <a:t>Your ADRs, threat models, runbooks, and the standards you trust — I'll write and answer from them, grounded in your org's own knowledge, never a chatbot's guesses. Here's how we'd work together.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5074920"/>
            <a:ext cx="685800" cy="685800"/>
          </a:xfrm>
          <a:prstGeom prst="ellipse">
            <a:avLst/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5221224"/>
            <a:ext cx="246888" cy="246888"/>
          </a:xfrm>
          <a:prstGeom prst="ellipse">
            <a:avLst/>
          </a:prstGeom>
          <a:solidFill>
            <a:srgbClr val="3A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" y="5486400"/>
            <a:ext cx="484632" cy="310896"/>
          </a:xfrm>
          <a:prstGeom prst="ellipse">
            <a:avLst/>
          </a:prstGeom>
          <a:solidFill>
            <a:srgbClr val="3A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51206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Talking to: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54864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66572"/>
                </a:solidFill>
                <a:latin typeface="Calibri"/>
              </a:rPr>
              <a:t>Software security architect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4E73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FIRST — I KNOW YOUR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Your org's security knowledge is scattered, and generic AI leaks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3601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73152" cy="2651760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9692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Your knowledge is everywhere.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ADRs, threat models, runbooks, incident write-ups, standards — across wikis, repos, and heads.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It doesn't onboard anyone.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New engineers re-ask the same questions; the context lives in people, not one place.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The generic chatbots?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They give generic OWASP boilerplate, miss YOUR architecture — and you can't paste confidential threat models into someone's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4E73"/>
                </a:solidFill>
                <a:latin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START WITH ME — FREE, ON YOUR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No sign-up. Nothing leaves your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Install me, point me at your security library, and we start — everything stays on your own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16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948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48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Open me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Free to start. No account, works offline.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420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852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52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Hand me your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ADRs, threat models, runbooks, standards — they become your knowledge library.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324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756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56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756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Ask, or hand me a 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56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I answer and write from your org's own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937760"/>
            <a:ext cx="10360152" cy="685800"/>
          </a:xfrm>
          <a:prstGeom prst="roundRect">
            <a:avLst>
              <a:gd name="adj" fmla="val 20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937760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F8F83"/>
                </a:solidFill>
                <a:latin typeface="Calibri"/>
              </a:rPr>
              <a:t>✓  On the free tier I live entirely on your machine. </a:t>
            </a:r>
            <a:r>
              <a:rPr sz="1350" b="0" i="0">
                <a:solidFill>
                  <a:srgbClr val="17242E"/>
                </a:solidFill>
                <a:latin typeface="Calibri"/>
              </a:rPr>
              <a:t>I can't see your library — and neither can anyone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4E73"/>
                </a:solidFill>
                <a:latin typeface="Consola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THE HEART OF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This becomes your knowledge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66572"/>
                </a:solidFill>
                <a:latin typeface="Calibri"/>
              </a:rPr>
              <a:t>Not my memory — </a:t>
            </a:r>
            <a:r>
              <a:rPr sz="1400" b="1" i="1">
                <a:solidFill>
                  <a:srgbClr val="17242E"/>
                </a:solidFill>
                <a:latin typeface="Calibri"/>
              </a:rPr>
              <a:t>yours</a:t>
            </a:r>
            <a:r>
              <a:rPr sz="1400" b="0" i="0">
                <a:solidFill>
                  <a:srgbClr val="566572"/>
                </a:solidFill>
                <a:latin typeface="Calibri"/>
              </a:rPr>
              <a:t>. Your org's ADRs, threat models, and runbooks — one place I've read cover to cover, so answers reflect YOUR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971800"/>
            <a:ext cx="7772400" cy="2103120"/>
          </a:xfrm>
          <a:prstGeom prst="roundRect">
            <a:avLst>
              <a:gd name="adj" fmla="val 5000"/>
            </a:avLst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89020" y="3291839"/>
            <a:ext cx="777240" cy="1554480"/>
          </a:xfrm>
          <a:prstGeom prst="roundRect">
            <a:avLst>
              <a:gd name="adj" fmla="val 8000"/>
            </a:avLst>
          </a:prstGeom>
          <a:solidFill>
            <a:srgbClr val="3A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3273551"/>
            <a:ext cx="105156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ADRs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0579" y="3474720"/>
            <a:ext cx="777240" cy="1371600"/>
          </a:xfrm>
          <a:prstGeom prst="roundRect">
            <a:avLst>
              <a:gd name="adj" fmla="val 8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3419" y="3456432"/>
            <a:ext cx="10515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Threat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2140" y="3154679"/>
            <a:ext cx="777240" cy="1691640"/>
          </a:xfrm>
          <a:prstGeom prst="roundRect">
            <a:avLst>
              <a:gd name="adj" fmla="val 8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4979" y="3136391"/>
            <a:ext cx="105156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Runbooks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3700" y="3520439"/>
            <a:ext cx="777240" cy="1325880"/>
          </a:xfrm>
          <a:prstGeom prst="roundRect">
            <a:avLst>
              <a:gd name="adj" fmla="val 8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6540" y="3502151"/>
            <a:ext cx="10515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OWASP/NIST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5260" y="3383279"/>
            <a:ext cx="777240" cy="1463040"/>
          </a:xfrm>
          <a:prstGeom prst="roundRect">
            <a:avLst>
              <a:gd name="adj" fmla="val 8000"/>
            </a:avLst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8100" y="3364991"/>
            <a:ext cx="105156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Incidents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566572"/>
                </a:solidFill>
                <a:latin typeface="Calibri"/>
              </a:rPr>
              <a:t>Every doc here, you put there. That's the point — I reason about your system, not a generic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4E73"/>
                </a:solidFill>
                <a:latin typeface="Consola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HOW I ACTUALLY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I read your security library first — then I answer, for your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Ask me a question or hand me a draft. I don't hand-wave: I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find the relevant sections in your library first</a:t>
            </a:r>
            <a:r>
              <a:rPr sz="1350" b="0" i="0">
                <a:solidFill>
                  <a:srgbClr val="566572"/>
                </a:solidFill>
                <a:latin typeface="Calibri"/>
              </a:rPr>
              <a:t>, then answer grounded in them — and show you which docs I used. (You already know they call it RAG.)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835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4E73"/>
                </a:solidFill>
                <a:latin typeface="Consolas"/>
              </a:rPr>
              <a:t>YOU ASK 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835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“Draft onboarding on our auth threat model — for a new backend engineer.”</a:t>
            </a:r>
          </a:p>
        </p:txBody>
      </p:sp>
      <p:sp>
        <p:nvSpPr>
          <p:cNvPr id="11" name="Chevron 10"/>
          <p:cNvSpPr/>
          <p:nvPr/>
        </p:nvSpPr>
        <p:spPr>
          <a:xfrm>
            <a:off x="4084167" y="3762756"/>
            <a:ext cx="292608" cy="310896"/>
          </a:xfrm>
          <a:prstGeom prst="chevron">
            <a:avLst/>
          </a:prstGeom>
          <a:solidFill>
            <a:srgbClr val="3A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9564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E7EAF1"/>
          </a:solidFill>
          <a:ln w="22225">
            <a:solidFill>
              <a:srgbClr val="3A4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167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4E73"/>
                </a:solidFill>
                <a:latin typeface="Consolas"/>
              </a:rPr>
              <a:t>I RETRIEVE FROM YOUR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167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I pull the exact sections from YOUR ADRs &amp; threat models.</a:t>
            </a:r>
          </a:p>
        </p:txBody>
      </p:sp>
      <p:sp>
        <p:nvSpPr>
          <p:cNvPr id="15" name="Chevron 14"/>
          <p:cNvSpPr/>
          <p:nvPr/>
        </p:nvSpPr>
        <p:spPr>
          <a:xfrm>
            <a:off x="7787487" y="3762756"/>
            <a:ext cx="292608" cy="310896"/>
          </a:xfrm>
          <a:prstGeom prst="chevron">
            <a:avLst/>
          </a:prstGeom>
          <a:solidFill>
            <a:srgbClr val="3A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896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499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4E73"/>
                </a:solidFill>
                <a:latin typeface="Consolas"/>
              </a:rPr>
              <a:t>I ANSWER, FOR YOUR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499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A grounded brief citing your own docs — not generic boilerplate.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9200"/>
            <a:ext cx="10360152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9692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3A4E73"/>
                </a:solidFill>
                <a:latin typeface="Calibri"/>
              </a:rPr>
              <a:t>Think of me as 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the senior engineer who has read every ADR and cites the exact decision — never generic advice.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4E73"/>
                </a:solidFill>
                <a:latin typeface="Consola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BIGGER THAN THE BOOKS ON YOUR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Your knowledge library can outgrow your own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You're not limited to your internal docs. I can pull public standards and reference texts into your knowledge library from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curated catalogs</a:t>
            </a:r>
            <a:r>
              <a:rPr sz="1350" b="0" i="0">
                <a:solidFill>
                  <a:srgbClr val="566572"/>
                </a:solidFill>
                <a:latin typeface="Calibri"/>
              </a:rPr>
              <a:t> — straight to your machine — then ground every answer in your architecture, at an architect's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063240"/>
            <a:ext cx="393192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Calibri"/>
              </a:rPr>
              <a:t>What you bring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3749039"/>
            <a:ext cx="610819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61081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ADRs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2459" y="3749039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02459" y="3749039"/>
            <a:ext cx="136794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Threat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7561" y="3749039"/>
            <a:ext cx="947318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07561" y="3749039"/>
            <a:ext cx="94731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Runbooks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063240"/>
            <a:ext cx="12801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566572"/>
                </a:solidFill>
                <a:latin typeface="Calibri"/>
              </a:rPr>
              <a:t>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063240"/>
            <a:ext cx="393192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Calibri"/>
              </a:rPr>
              <a:t>What I pull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3749039"/>
            <a:ext cx="1620316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749039"/>
            <a:ext cx="16203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Public standards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1236" y="3749039"/>
            <a:ext cx="1620316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1236" y="3749039"/>
            <a:ext cx="16203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Curated catalogs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4892040"/>
            <a:ext cx="6858000" cy="822960"/>
          </a:xfrm>
          <a:prstGeom prst="roundRect">
            <a:avLst>
              <a:gd name="adj" fmla="val 20000"/>
            </a:avLst>
          </a:prstGeom>
          <a:solidFill>
            <a:srgbClr val="E7EAF1"/>
          </a:solidFill>
          <a:ln w="15875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4892040"/>
            <a:ext cx="6492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3A4E73"/>
                </a:solidFill>
                <a:latin typeface="Calibri"/>
              </a:rPr>
              <a:t>= one knowledge library 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broader than your repo, still your architecture, still private.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7EAF1"/>
          </a:solidFill>
          <a:ln w="12700">
            <a:solidFill>
              <a:srgbClr val="C3CB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4E73"/>
                </a:solidFill>
                <a:latin typeface="Consola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WHEN YOU'RE READY FOR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Take me everywhere — and into every new engineer's onboarding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0360152" cy="2788920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 w="15875">
            <a:solidFill>
              <a:srgbClr val="E4C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1">
                <a:solidFill>
                  <a:srgbClr val="17242E"/>
                </a:solidFill>
                <a:latin typeface="Calibri"/>
              </a:rPr>
              <a:t>One day you'll want your security knowledge not just on your laptop, but on every machine and in every new engineer's onboarding. That's when you'll upgrade 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One private library, every device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I carry your whole security library and its search across your devices, in sync.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Onboard faster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new engineers ask me and get YOUR architecture's answers, not boilerplate.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Confidential stays confidential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private, encrypted, never shared, never used to train anyone's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006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66572"/>
                </a:solidFill>
                <a:latin typeface="Calibri"/>
              </a:rPr>
              <a:t>Upgrading makes me a private hosted library that follows you. The free device-only version stays exactly as it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4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3CBDD"/>
                </a:solidFill>
                <a:latin typeface="Consolas"/>
              </a:rPr>
              <a:t>MY PROMISE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Give me your org's security knowledge, and I'll turn it into onboarding, training, and threat-model drafts — grounded in your architecture, confidential by default.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3CBDD"/>
                </a:solidFill>
                <a:latin typeface="Calibri"/>
              </a:rPr>
              <a:t>Learn → Author → Carry, privately.  Free on your device · paid across every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