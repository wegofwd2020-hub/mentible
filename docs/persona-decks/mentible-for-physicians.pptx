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5C6B"/>
                </a:solidFill>
                <a:latin typeface="Consolas"/>
              </a:rPr>
              <a:t>MENTIBLE FOR PHYSICIANS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000" b="1" i="0">
                <a:solidFill>
                  <a:srgbClr val="17242E"/>
                </a:solidFill>
                <a:latin typeface="Georgia"/>
              </a:rPr>
              <a:t>Hi, Dr. Anaya.
I'm Mentible.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566572"/>
                </a:solidFill>
                <a:latin typeface="Calibri"/>
              </a:rPr>
              <a:t>Your papers, the notes you trust, your guidance — I'll write and answer from them, in your evidence, never a chatbot's guesses. Here's how we'd work together.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5221224"/>
            <a:ext cx="246888" cy="246888"/>
          </a:xfrm>
          <a:prstGeom prst="ellipse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5486400"/>
            <a:ext cx="484632" cy="310896"/>
          </a:xfrm>
          <a:prstGeom prst="ellipse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5120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Talking to: Dr. Anaya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54864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66572"/>
                </a:solidFill>
                <a:latin typeface="Calibri"/>
              </a:rPr>
              <a:t>Internal-medicine physician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FIRST — I KNOW YOUR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evidence is scattered, and you can't hand a patient a guess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103601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73152" cy="265176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972007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Your evidence lives everywhere.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Guideline PDFs, bookmarked papers, a drug reference, years of your notes — none of it talks to each other.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 have no time.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Writing a patient handout or checking a protocol means digging through all of it, by hand.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The generic chatbots?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They sound certain, invent citations, and don't answer from your sources. I wouldn't trust them near a patient either.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START WITH ME — FREE, ON YOUR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No sign-up. Nothing leaves your laptop.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Install me, point me at the material you trust, and we begin — everything stays on your own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16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948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48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Open me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420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7852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52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Hand me your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Guidelines, papers, drug reference, notes — they become your knowledge library.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324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756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56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56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Ask, or hand me a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756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I answer and write from your own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37760"/>
            <a:ext cx="10360152" cy="685800"/>
          </a:xfrm>
          <a:prstGeom prst="roundRect">
            <a:avLst>
              <a:gd name="adj" fmla="val 20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93776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F8F83"/>
                </a:solidFill>
                <a:latin typeface="Calibri"/>
              </a:rPr>
              <a:t>✓  On the free tier I live entirely on your device. </a:t>
            </a:r>
            <a:r>
              <a:rPr sz="1350" b="0" i="0">
                <a:solidFill>
                  <a:srgbClr val="17242E"/>
                </a:solidFill>
                <a:latin typeface="Calibri"/>
              </a:rPr>
              <a:t>I can't see your library — and neither can anyone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THE HEART OF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66572"/>
                </a:solidFill>
                <a:latin typeface="Calibri"/>
              </a:rPr>
              <a:t>Not my memory — </a:t>
            </a:r>
            <a:r>
              <a:rPr sz="1400" b="1" i="1">
                <a:solidFill>
                  <a:srgbClr val="17242E"/>
                </a:solidFill>
                <a:latin typeface="Calibri"/>
              </a:rPr>
              <a:t>yours</a:t>
            </a:r>
            <a:r>
              <a:rPr sz="1400" b="0" i="0">
                <a:solidFill>
                  <a:srgbClr val="566572"/>
                </a:solidFill>
                <a:latin typeface="Calibri"/>
              </a:rPr>
              <a:t>. The specific sources you chose and trust, gathered into one place I've read cover to 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971800"/>
            <a:ext cx="7772400" cy="2103120"/>
          </a:xfrm>
          <a:prstGeom prst="roundRect">
            <a:avLst>
              <a:gd name="adj" fmla="val 5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89020" y="3291839"/>
            <a:ext cx="777240" cy="1554480"/>
          </a:xfrm>
          <a:prstGeom prst="roundRect">
            <a:avLst>
              <a:gd name="adj" fmla="val 8000"/>
            </a:avLst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1860" y="3273551"/>
            <a:ext cx="105156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Guidelines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0579" y="3474720"/>
            <a:ext cx="777240" cy="1371600"/>
          </a:xfrm>
          <a:prstGeom prst="roundRect">
            <a:avLst>
              <a:gd name="adj" fmla="val 8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3419" y="3456432"/>
            <a:ext cx="10515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2140" y="3154679"/>
            <a:ext cx="777240" cy="1691640"/>
          </a:xfrm>
          <a:prstGeom prst="roundRect">
            <a:avLst>
              <a:gd name="adj" fmla="val 8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4979" y="3136391"/>
            <a:ext cx="105156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Drug ref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3700" y="3520439"/>
            <a:ext cx="777240" cy="1325880"/>
          </a:xfrm>
          <a:prstGeom prst="roundRect">
            <a:avLst>
              <a:gd name="adj" fmla="val 8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6540" y="3502151"/>
            <a:ext cx="10515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5260" y="3383279"/>
            <a:ext cx="777240" cy="1463040"/>
          </a:xfrm>
          <a:prstGeom prst="roundRect">
            <a:avLst>
              <a:gd name="adj" fmla="val 8000"/>
            </a:avLst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8100" y="3364991"/>
            <a:ext cx="10515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Society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66572"/>
                </a:solidFill>
                <a:latin typeface="Calibri"/>
              </a:rPr>
              <a:t>Every book here, you put there. That's the point — I only work from what you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HOW I 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I read your shelf first — then I answer, citing your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Ask me a question or hand me a draft. I don't guess: I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find the relevant passages in your library first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, then write grounded in them — and show you which of your sources I used. (Engineers call it RAG. You don't have to.)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835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5C6B"/>
                </a:solidFill>
                <a:latin typeface="Consolas"/>
              </a:rPr>
              <a:t>YOU ASK 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835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“Draft a patient handout on starting a DOAC — plain language.”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4167" y="3762756"/>
            <a:ext cx="292608" cy="310896"/>
          </a:xfrm>
          <a:prstGeom prst="chevron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64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E4F0F1"/>
          </a:solidFill>
          <a:ln w="22225">
            <a:solidFill>
              <a:srgbClr val="1F5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167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5C6B"/>
                </a:solidFill>
                <a:latin typeface="Consolas"/>
              </a:rPr>
              <a:t>I RETRIEVE FROM YOUR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167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I find the exact passages in YOUR anticoagulation guideline &amp; drug reference.</a:t>
            </a:r>
          </a:p>
        </p:txBody>
      </p:sp>
      <p:sp>
        <p:nvSpPr>
          <p:cNvPr id="16" name="Chevron 15"/>
          <p:cNvSpPr/>
          <p:nvPr/>
        </p:nvSpPr>
        <p:spPr>
          <a:xfrm>
            <a:off x="7787487" y="3762756"/>
            <a:ext cx="292608" cy="310896"/>
          </a:xfrm>
          <a:prstGeom prst="chevron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896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499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F5C6B"/>
                </a:solidFill>
                <a:latin typeface="Consolas"/>
              </a:rPr>
              <a:t>I ANSWER, CITING YOUR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499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A handout written from your evidence, citing your sources — ready for you to check &amp; hand 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1036015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9692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F5C6B"/>
                </a:solidFill>
                <a:latin typeface="Calibri"/>
              </a:rPr>
              <a:t>Think of me as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the resident who has read every guideline on your shelf and cites chapter and verse — never a stranger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BIGGER THAN THE BOOKS ON YOUR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knowledge library can outgrow your physical shelf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I can pull authoritative reference and public-domain texts into your knowledge library from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curated catalogs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 — straight to your device — then ground every answer in the combined whole, at a physician's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you bring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749039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39"/>
            <a:ext cx="11155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Guidelines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3749039"/>
            <a:ext cx="1199692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3749039"/>
            <a:ext cx="11996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Your papers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4060" y="3749039"/>
            <a:ext cx="694944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4060" y="3749039"/>
            <a:ext cx="6949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063240"/>
            <a:ext cx="12801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566572"/>
                </a:solidFill>
                <a:latin typeface="Calibri"/>
              </a:rPr>
              <a:t>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I pull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59" y="3749039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749039"/>
            <a:ext cx="1536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Reference texts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1" y="3749039"/>
            <a:ext cx="1620316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7111" y="3749039"/>
            <a:ext cx="16203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Curated catalogs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4892040"/>
            <a:ext cx="6858000" cy="822960"/>
          </a:xfrm>
          <a:prstGeom prst="roundRect">
            <a:avLst>
              <a:gd name="adj" fmla="val 20000"/>
            </a:avLst>
          </a:prstGeom>
          <a:solidFill>
            <a:srgbClr val="E4F0F1"/>
          </a:solidFill>
          <a:ln w="15875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892040"/>
            <a:ext cx="6492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F5C6B"/>
                </a:solidFill>
                <a:latin typeface="Calibri"/>
              </a:rPr>
              <a:t>= one knowledge library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broader than your physical shelf, still curated, still yours.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F0F1"/>
          </a:solidFill>
          <a:ln w="12700">
            <a:solidFill>
              <a:srgbClr val="BEDD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5C6B"/>
                </a:solidFill>
                <a:latin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WHEN YOU'RE READY FOR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8686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17242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Take me everywhere — at the bedside, not just the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360152" cy="278892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E4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17242E"/>
                </a:solidFill>
                <a:latin typeface="Calibri"/>
              </a:rPr>
              <a:t>One day you'll want your knowledge library not at your desk, but at the bedside — on the ward tablet, the clinic PC, and your phone. That's when you'll upgrade 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One private library, every device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I carry your whole knowledge library and its search across your devices, in sync.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Search everything, anywhere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“where did I cover this?” answered from your full library, at the point of care.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434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Still yours alone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private, encrypted, never shared, never used to profile you or your patients.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66572"/>
                </a:solidFill>
                <a:latin typeface="Calibri"/>
              </a:rPr>
              <a:t>Upgrading makes me a private hosted library that follows you. The free device-only version stays exactly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DDDF"/>
                </a:solidFill>
                <a:latin typeface="Consolas"/>
              </a:rPr>
              <a:t>MY PROMISE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Give me what you already keep, and I'll hand you back a patient handout — grounded in evidence you trust — at the bedside, in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DDDF"/>
                </a:solidFill>
                <a:latin typeface="Calibri"/>
              </a:rPr>
              <a:t>Learn → Author → Carry, privately.  Free on your device · paid across every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