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PATIENT CHART · INTAKE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17242E"/>
                </a:solidFill>
                <a:latin typeface="Georgia"/>
              </a:rPr>
              <a:t>Hi, Dr. Anaya.
I'm Mentible.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A72"/>
                </a:solidFill>
                <a:latin typeface="Georgia"/>
              </a:rPr>
              <a:t>Your papers, the notes you trust, your guidance — I'll write and answer from them, in your evidence, never a chatbot's guesses.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91440" cy="105156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16052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5C6B"/>
                </a:solidFill>
                <a:latin typeface="Consolas"/>
              </a:rPr>
              <a:t>NOTE — MENTIBLE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80559"/>
            <a:ext cx="992124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17242E"/>
                </a:solidFill>
                <a:latin typeface="Georgia"/>
              </a:rPr>
              <a:t>I read only what you trust, and I cite it back to you. No guessing near a patient.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578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A72"/>
                </a:solidFill>
                <a:latin typeface="Consolas"/>
              </a:rPr>
              <a:t>PATIENT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Dr. Anaya</a:t>
            </a:r>
            <a:r>
              <a:rPr sz="1200" b="0" i="0">
                <a:solidFill>
                  <a:srgbClr val="5A6A72"/>
                </a:solidFill>
                <a:latin typeface="Consolas"/>
              </a:rPr>
              <a:t>   internal-medicine physician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01 — PROBLEM LIST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Your evidence is scattered, and you can't hand a patient a guess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286000"/>
            <a:ext cx="54864" cy="1901952"/>
          </a:xfrm>
          <a:prstGeom prst="rect">
            <a:avLst/>
          </a:prstGeom>
          <a:solidFill>
            <a:srgbClr val="C04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40864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Your evidence lives everywhere.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Guideline PDFs, papers, a drug reference, years of your notes — none of it talks to each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443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 have no time.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Writing a handout or checking a protocol means digging through all of it, by hand.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547872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The generic chatbots?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They sound certain, invent citations, don't answer from your sources. Not safe near a patient.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02 — GETTING STARTED · FREE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No sign-up. Nothing leaves your laptop.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6459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A72"/>
                </a:solidFill>
                <a:latin typeface="Georgia"/>
              </a:rPr>
              <a:t>Install me, point me at the material you trust, and we begin — everything stays on your own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879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879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99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199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Open me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99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Free to start. No account, works offline.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4207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207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8527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Hand me your 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8527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Guidelines, papers, drug ref, notes — they become your knowledge library.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1535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1535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5855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5855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Ask, or hand me a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5855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I answer and write from your own evidence.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63440"/>
            <a:ext cx="10515600" cy="658368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2700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663440"/>
            <a:ext cx="9875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5C6B"/>
                </a:solidFill>
                <a:latin typeface="Consolas"/>
              </a:rPr>
              <a:t>✓ On the free tier I live entirely on your device. </a:t>
            </a:r>
            <a:r>
              <a:rPr sz="1300" b="0" i="0">
                <a:solidFill>
                  <a:srgbClr val="17242E"/>
                </a:solidFill>
                <a:latin typeface="Georgia"/>
              </a:rPr>
              <a:t>I can't see your library — and neither can anyone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03 — YOUR KNOWLEDGE LIBRARY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5A6A72"/>
                </a:solidFill>
                <a:latin typeface="Georgia"/>
              </a:rPr>
              <a:t>Not my memory — </a:t>
            </a:r>
            <a:r>
              <a:rPr sz="1300" b="1" i="1">
                <a:solidFill>
                  <a:srgbClr val="17242E"/>
                </a:solidFill>
                <a:latin typeface="Georgia"/>
              </a:rPr>
              <a:t>yours</a:t>
            </a:r>
            <a:r>
              <a:rPr sz="1300" b="0" i="0">
                <a:solidFill>
                  <a:srgbClr val="5A6A72"/>
                </a:solidFill>
                <a:latin typeface="Georgia"/>
              </a:rPr>
              <a:t>. The sources you chose and trust, filed in one chart I've read cover to cover.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2468880"/>
            <a:ext cx="694944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F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11680" y="2468880"/>
            <a:ext cx="6949440" cy="45720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CHART — YOUR PRACTICE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026664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3026664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Guidelines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3328416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2971800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Guidelines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410712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3410712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Journal papers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3712463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3355848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Journal papers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3794759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3794759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Drug reference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4096511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739896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Drug reference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4178807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0848" y="4178807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Case notes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4480559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4123944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Case notes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4562855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0848" y="4562855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Society updates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4864607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31720" y="4507992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Society updates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2578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5A6A72"/>
                </a:solidFill>
                <a:latin typeface="Georgia"/>
              </a:rPr>
              <a:t>Every tab here, you filed. That's the point — I work from your chart, not the web's.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04 — HOW I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I read your chart first — then I answer, citing your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8288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A6A72"/>
                </a:solidFill>
                <a:latin typeface="Georgia"/>
              </a:rPr>
              <a:t>Ask me a question or hand me a draft. I don't guess: I </a:t>
            </a:r>
            <a:r>
              <a:rPr sz="1250" b="1" i="0">
                <a:solidFill>
                  <a:srgbClr val="17242E"/>
                </a:solidFill>
                <a:latin typeface="Georgia"/>
              </a:rPr>
              <a:t>find the relevant passages in your library first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, then write grounded in them — and show which of your sources I used.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514600"/>
            <a:ext cx="54864" cy="1901952"/>
          </a:xfrm>
          <a:prstGeom prst="rect">
            <a:avLst/>
          </a:prstGeom>
          <a:solidFill>
            <a:srgbClr val="C04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569464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 ASK: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“Draft a patient handout on starting a DOAC — plain language.”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729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I RETRIEVE: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I find the exact passages in your anticoagulation guideline &amp; drug reference.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76472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I ANSWER: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A handout from your evidence, citing your sources — ready to check &amp; hand 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4663440"/>
            <a:ext cx="77724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4663440"/>
            <a:ext cx="91440" cy="100584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846320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5C6B"/>
                </a:solidFill>
                <a:latin typeface="Consolas"/>
              </a:rPr>
              <a:t>NOTE — HOW TO THINK OF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166359"/>
            <a:ext cx="7178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17242E"/>
                </a:solidFill>
                <a:latin typeface="Georgia"/>
              </a:rPr>
              <a:t>The resident who's read every guideline on your chart and cites chapter and verse.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05 — BEYOND YOUR SHELF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Your knowledge library can outgrow your physical shelf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A6A72"/>
                </a:solidFill>
                <a:latin typeface="Georgia"/>
              </a:rPr>
              <a:t>I can pull authoritative reference and public-domain texts into your knowledge library from </a:t>
            </a:r>
            <a:r>
              <a:rPr sz="1250" b="1" i="0">
                <a:solidFill>
                  <a:srgbClr val="17242E"/>
                </a:solidFill>
                <a:latin typeface="Georgia"/>
              </a:rPr>
              <a:t>curated catalogs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 — then ground every answer at a physician's depth.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246888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7242E"/>
                </a:solidFill>
                <a:latin typeface="Georgia"/>
              </a:rPr>
              <a:t>What you bring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3154680"/>
            <a:ext cx="11887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15468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guidelines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3154680"/>
            <a:ext cx="82296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315468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papers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3154680"/>
            <a:ext cx="7315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154680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468880"/>
            <a:ext cx="9144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5A6A72"/>
                </a:solidFill>
                <a:latin typeface="Consolas"/>
              </a:rPr>
              <a:t>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246888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7242E"/>
                </a:solidFill>
                <a:latin typeface="Georgia"/>
              </a:rPr>
              <a:t>What I pull 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59" y="31546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59" y="31546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reference texts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315468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315468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curated catalogs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434840"/>
            <a:ext cx="7040880" cy="822960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4434840"/>
            <a:ext cx="6675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F5C6B"/>
                </a:solidFill>
                <a:latin typeface="Georgia"/>
              </a:rPr>
              <a:t>= one knowledge library 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broader than your shelf, still curated, still private.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06 — PLAN · UPGRADE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Take me everywhere — at the bedside, not just the desk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1737360"/>
            <a:ext cx="10515600" cy="3108960"/>
          </a:xfrm>
          <a:prstGeom prst="roundRect">
            <a:avLst>
              <a:gd name="adj" fmla="val 4000"/>
            </a:avLst>
          </a:prstGeom>
          <a:solidFill>
            <a:srgbClr val="F6EEDD"/>
          </a:solidFill>
          <a:ln w="15875">
            <a:solidFill>
              <a:srgbClr val="E4C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011680"/>
            <a:ext cx="9784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17242E"/>
                </a:solidFill>
                <a:latin typeface="Georgia"/>
              </a:rPr>
              <a:t>One day you'll want your knowledge library not at your desk, but at the bedside — the ward tablet, the clinic PC, your phone. That's when you'll upgrade 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260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One private library, every device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I carry your whole knowledge library and its search across your devices, in sync.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3832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Search everything, anywhere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“where did I cover this?” answered from your full library, at the point of care.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04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Still yours alone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private, encrypted, never shared, never used to profile you or your patients.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0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A6A72"/>
                </a:solidFill>
                <a:latin typeface="Georgia"/>
              </a:rPr>
              <a:t>Upgrading makes me a private hosted library that follows you. The free device-only version stays as it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1554480"/>
            <a:ext cx="3388766" cy="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486046" y="1554480"/>
            <a:ext cx="598018" cy="9144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084064" y="1536192"/>
            <a:ext cx="498348" cy="109728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582412" y="1243584"/>
            <a:ext cx="398678" cy="292608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981090" y="1243584"/>
            <a:ext cx="498348" cy="438911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79438" y="1554480"/>
            <a:ext cx="498348" cy="128015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77786" y="1554480"/>
            <a:ext cx="4086454" cy="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EDDDF"/>
                </a:solidFill>
                <a:latin typeface="Consolas"/>
              </a:rPr>
              <a:t>ASSESSMENT &amp; PLAN — MY PROMISE TO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9748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Give me what you already keep, and I'll hand you back a patient handout — grounded in evidence you trust — at the bedside, in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EDDDF"/>
                </a:solidFill>
                <a:latin typeface="Consolas"/>
              </a:rPr>
              <a:t>Free on your device · paid across every device. Learn → Author → Carry, privately.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